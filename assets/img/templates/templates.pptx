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80" r:id="rId3"/>
    <p:sldId id="257" r:id="rId4"/>
    <p:sldId id="281" r:id="rId5"/>
    <p:sldId id="282" r:id="rId6"/>
  </p:sldIdLst>
  <p:sldSz cx="4608513" cy="2592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0"/>
    <p:restoredTop sz="94746"/>
  </p:normalViewPr>
  <p:slideViewPr>
    <p:cSldViewPr snapToGrid="0">
      <p:cViewPr>
        <p:scale>
          <a:sx n="206" d="100"/>
          <a:sy n="206" d="100"/>
        </p:scale>
        <p:origin x="2368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A3704-62C7-E449-A918-D5D20F1332DD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23320-90FC-2D4B-942A-4FD939C34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54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1pPr>
    <a:lvl2pPr marL="172822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2pPr>
    <a:lvl3pPr marL="345643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3pPr>
    <a:lvl4pPr marL="518465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4pPr>
    <a:lvl5pPr marL="691286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5pPr>
    <a:lvl6pPr marL="864108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6pPr>
    <a:lvl7pPr marL="1036930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7pPr>
    <a:lvl8pPr marL="1209751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8pPr>
    <a:lvl9pPr marL="1382573" algn="l" defTabSz="345643" rtl="0" eaLnBrk="1" latinLnBrk="0" hangingPunct="1">
      <a:defRPr sz="4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1280 x 720 </a:t>
            </a:r>
            <a:r>
              <a:rPr lang="en-US" dirty="0" err="1"/>
              <a:t>px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23320-90FC-2D4B-942A-4FD939C346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19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64" y="424264"/>
            <a:ext cx="3456385" cy="902535"/>
          </a:xfrm>
        </p:spPr>
        <p:txBody>
          <a:bodyPr anchor="b"/>
          <a:lstStyle>
            <a:lvl1pPr algn="ctr"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64" y="1361604"/>
            <a:ext cx="3456385" cy="625893"/>
          </a:xfrm>
        </p:spPr>
        <p:txBody>
          <a:bodyPr/>
          <a:lstStyle>
            <a:lvl1pPr marL="0" indent="0" algn="ctr">
              <a:buNone/>
              <a:defRPr sz="907"/>
            </a:lvl1pPr>
            <a:lvl2pPr marL="172822" indent="0" algn="ctr">
              <a:buNone/>
              <a:defRPr sz="756"/>
            </a:lvl2pPr>
            <a:lvl3pPr marL="345643" indent="0" algn="ctr">
              <a:buNone/>
              <a:defRPr sz="680"/>
            </a:lvl3pPr>
            <a:lvl4pPr marL="518465" indent="0" algn="ctr">
              <a:buNone/>
              <a:defRPr sz="605"/>
            </a:lvl4pPr>
            <a:lvl5pPr marL="691286" indent="0" algn="ctr">
              <a:buNone/>
              <a:defRPr sz="605"/>
            </a:lvl5pPr>
            <a:lvl6pPr marL="864108" indent="0" algn="ctr">
              <a:buNone/>
              <a:defRPr sz="605"/>
            </a:lvl6pPr>
            <a:lvl7pPr marL="1036930" indent="0" algn="ctr">
              <a:buNone/>
              <a:defRPr sz="605"/>
            </a:lvl7pPr>
            <a:lvl8pPr marL="1209751" indent="0" algn="ctr">
              <a:buNone/>
              <a:defRPr sz="605"/>
            </a:lvl8pPr>
            <a:lvl9pPr marL="1382573" indent="0" algn="ctr">
              <a:buNone/>
              <a:defRPr sz="60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8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435" y="646297"/>
            <a:ext cx="3974842" cy="1078361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435" y="1734860"/>
            <a:ext cx="3974842" cy="567085"/>
          </a:xfrm>
        </p:spPr>
        <p:txBody>
          <a:bodyPr/>
          <a:lstStyle>
            <a:lvl1pPr marL="0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1pPr>
            <a:lvl2pPr marL="17282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2pPr>
            <a:lvl3pPr marL="345643" indent="0">
              <a:buNone/>
              <a:defRPr sz="680">
                <a:solidFill>
                  <a:schemeClr val="tx1">
                    <a:tint val="75000"/>
                  </a:schemeClr>
                </a:solidFill>
              </a:defRPr>
            </a:lvl3pPr>
            <a:lvl4pPr marL="518465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4pPr>
            <a:lvl5pPr marL="691286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5pPr>
            <a:lvl6pPr marL="864108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6pPr>
            <a:lvl7pPr marL="1036930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7pPr>
            <a:lvl8pPr marL="120975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8pPr>
            <a:lvl9pPr marL="1382573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57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6835" y="690103"/>
            <a:ext cx="1958618" cy="1644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33060" y="690103"/>
            <a:ext cx="1958618" cy="1644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36" y="138021"/>
            <a:ext cx="3974842" cy="501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436" y="635496"/>
            <a:ext cx="1949617" cy="311446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22" indent="0">
              <a:buNone/>
              <a:defRPr sz="756" b="1"/>
            </a:lvl2pPr>
            <a:lvl3pPr marL="345643" indent="0">
              <a:buNone/>
              <a:defRPr sz="680" b="1"/>
            </a:lvl3pPr>
            <a:lvl4pPr marL="518465" indent="0">
              <a:buNone/>
              <a:defRPr sz="605" b="1"/>
            </a:lvl4pPr>
            <a:lvl5pPr marL="691286" indent="0">
              <a:buNone/>
              <a:defRPr sz="605" b="1"/>
            </a:lvl5pPr>
            <a:lvl6pPr marL="864108" indent="0">
              <a:buNone/>
              <a:defRPr sz="605" b="1"/>
            </a:lvl6pPr>
            <a:lvl7pPr marL="1036930" indent="0">
              <a:buNone/>
              <a:defRPr sz="605" b="1"/>
            </a:lvl7pPr>
            <a:lvl8pPr marL="1209751" indent="0">
              <a:buNone/>
              <a:defRPr sz="605" b="1"/>
            </a:lvl8pPr>
            <a:lvl9pPr marL="1382573" indent="0">
              <a:buNone/>
              <a:defRPr sz="6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7436" y="946942"/>
            <a:ext cx="1949617" cy="1392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33060" y="635496"/>
            <a:ext cx="1959218" cy="311446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22" indent="0">
              <a:buNone/>
              <a:defRPr sz="756" b="1"/>
            </a:lvl2pPr>
            <a:lvl3pPr marL="345643" indent="0">
              <a:buNone/>
              <a:defRPr sz="680" b="1"/>
            </a:lvl3pPr>
            <a:lvl4pPr marL="518465" indent="0">
              <a:buNone/>
              <a:defRPr sz="605" b="1"/>
            </a:lvl4pPr>
            <a:lvl5pPr marL="691286" indent="0">
              <a:buNone/>
              <a:defRPr sz="605" b="1"/>
            </a:lvl5pPr>
            <a:lvl6pPr marL="864108" indent="0">
              <a:buNone/>
              <a:defRPr sz="605" b="1"/>
            </a:lvl6pPr>
            <a:lvl7pPr marL="1036930" indent="0">
              <a:buNone/>
              <a:defRPr sz="605" b="1"/>
            </a:lvl7pPr>
            <a:lvl8pPr marL="1209751" indent="0">
              <a:buNone/>
              <a:defRPr sz="605" b="1"/>
            </a:lvl8pPr>
            <a:lvl9pPr marL="1382573" indent="0">
              <a:buNone/>
              <a:defRPr sz="60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33060" y="946942"/>
            <a:ext cx="1959218" cy="1392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6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4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0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36" y="172826"/>
            <a:ext cx="1486365" cy="604891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218" y="373256"/>
            <a:ext cx="2333060" cy="1842276"/>
          </a:xfrm>
        </p:spPr>
        <p:txBody>
          <a:bodyPr/>
          <a:lstStyle>
            <a:lvl1pPr>
              <a:defRPr sz="1210"/>
            </a:lvl1pPr>
            <a:lvl2pPr>
              <a:defRPr sz="1058"/>
            </a:lvl2pPr>
            <a:lvl3pPr>
              <a:defRPr sz="907"/>
            </a:lvl3pPr>
            <a:lvl4pPr>
              <a:defRPr sz="756"/>
            </a:lvl4pPr>
            <a:lvl5pPr>
              <a:defRPr sz="756"/>
            </a:lvl5pPr>
            <a:lvl6pPr>
              <a:defRPr sz="756"/>
            </a:lvl6pPr>
            <a:lvl7pPr>
              <a:defRPr sz="756"/>
            </a:lvl7pPr>
            <a:lvl8pPr>
              <a:defRPr sz="756"/>
            </a:lvl8pPr>
            <a:lvl9pPr>
              <a:defRPr sz="7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36" y="777716"/>
            <a:ext cx="1486365" cy="1440816"/>
          </a:xfrm>
        </p:spPr>
        <p:txBody>
          <a:bodyPr/>
          <a:lstStyle>
            <a:lvl1pPr marL="0" indent="0">
              <a:buNone/>
              <a:defRPr sz="605"/>
            </a:lvl1pPr>
            <a:lvl2pPr marL="172822" indent="0">
              <a:buNone/>
              <a:defRPr sz="529"/>
            </a:lvl2pPr>
            <a:lvl3pPr marL="345643" indent="0">
              <a:buNone/>
              <a:defRPr sz="454"/>
            </a:lvl3pPr>
            <a:lvl4pPr marL="518465" indent="0">
              <a:buNone/>
              <a:defRPr sz="378"/>
            </a:lvl4pPr>
            <a:lvl5pPr marL="691286" indent="0">
              <a:buNone/>
              <a:defRPr sz="378"/>
            </a:lvl5pPr>
            <a:lvl6pPr marL="864108" indent="0">
              <a:buNone/>
              <a:defRPr sz="378"/>
            </a:lvl6pPr>
            <a:lvl7pPr marL="1036930" indent="0">
              <a:buNone/>
              <a:defRPr sz="378"/>
            </a:lvl7pPr>
            <a:lvl8pPr marL="1209751" indent="0">
              <a:buNone/>
              <a:defRPr sz="378"/>
            </a:lvl8pPr>
            <a:lvl9pPr marL="1382573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57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36" y="172826"/>
            <a:ext cx="1486365" cy="604891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59218" y="373256"/>
            <a:ext cx="2333060" cy="1842276"/>
          </a:xfrm>
        </p:spPr>
        <p:txBody>
          <a:bodyPr anchor="t"/>
          <a:lstStyle>
            <a:lvl1pPr marL="0" indent="0">
              <a:buNone/>
              <a:defRPr sz="1210"/>
            </a:lvl1pPr>
            <a:lvl2pPr marL="172822" indent="0">
              <a:buNone/>
              <a:defRPr sz="1058"/>
            </a:lvl2pPr>
            <a:lvl3pPr marL="345643" indent="0">
              <a:buNone/>
              <a:defRPr sz="907"/>
            </a:lvl3pPr>
            <a:lvl4pPr marL="518465" indent="0">
              <a:buNone/>
              <a:defRPr sz="756"/>
            </a:lvl4pPr>
            <a:lvl5pPr marL="691286" indent="0">
              <a:buNone/>
              <a:defRPr sz="756"/>
            </a:lvl5pPr>
            <a:lvl6pPr marL="864108" indent="0">
              <a:buNone/>
              <a:defRPr sz="756"/>
            </a:lvl6pPr>
            <a:lvl7pPr marL="1036930" indent="0">
              <a:buNone/>
              <a:defRPr sz="756"/>
            </a:lvl7pPr>
            <a:lvl8pPr marL="1209751" indent="0">
              <a:buNone/>
              <a:defRPr sz="756"/>
            </a:lvl8pPr>
            <a:lvl9pPr marL="1382573" indent="0">
              <a:buNone/>
              <a:defRPr sz="7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36" y="777716"/>
            <a:ext cx="1486365" cy="1440816"/>
          </a:xfrm>
        </p:spPr>
        <p:txBody>
          <a:bodyPr/>
          <a:lstStyle>
            <a:lvl1pPr marL="0" indent="0">
              <a:buNone/>
              <a:defRPr sz="605"/>
            </a:lvl1pPr>
            <a:lvl2pPr marL="172822" indent="0">
              <a:buNone/>
              <a:defRPr sz="529"/>
            </a:lvl2pPr>
            <a:lvl3pPr marL="345643" indent="0">
              <a:buNone/>
              <a:defRPr sz="454"/>
            </a:lvl3pPr>
            <a:lvl4pPr marL="518465" indent="0">
              <a:buNone/>
              <a:defRPr sz="378"/>
            </a:lvl4pPr>
            <a:lvl5pPr marL="691286" indent="0">
              <a:buNone/>
              <a:defRPr sz="378"/>
            </a:lvl5pPr>
            <a:lvl6pPr marL="864108" indent="0">
              <a:buNone/>
              <a:defRPr sz="378"/>
            </a:lvl6pPr>
            <a:lvl7pPr marL="1036930" indent="0">
              <a:buNone/>
              <a:defRPr sz="378"/>
            </a:lvl7pPr>
            <a:lvl8pPr marL="1209751" indent="0">
              <a:buNone/>
              <a:defRPr sz="378"/>
            </a:lvl8pPr>
            <a:lvl9pPr marL="1382573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6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1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7967" y="138021"/>
            <a:ext cx="993711" cy="21969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6835" y="138021"/>
            <a:ext cx="2923525" cy="21969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836" y="138021"/>
            <a:ext cx="3974842" cy="501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836" y="690103"/>
            <a:ext cx="3974842" cy="1644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6835" y="2402760"/>
            <a:ext cx="1036915" cy="13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45F83-B604-B249-ACD3-962BCC959610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6570" y="2402760"/>
            <a:ext cx="1555373" cy="13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54763" y="2402760"/>
            <a:ext cx="1036915" cy="13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31F79-FE9A-154B-892A-322F66FE1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5643" rtl="0" eaLnBrk="1" latinLnBrk="0" hangingPunct="1">
        <a:lnSpc>
          <a:spcPct val="90000"/>
        </a:lnSpc>
        <a:spcBef>
          <a:spcPct val="0"/>
        </a:spcBef>
        <a:buNone/>
        <a:defRPr sz="16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11" indent="-86411" algn="l" defTabSz="345643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59232" indent="-86411" algn="l" defTabSz="345643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indent="-86411" algn="l" defTabSz="345643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604876" indent="-86411" algn="l" defTabSz="345643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4pPr>
      <a:lvl5pPr marL="777697" indent="-86411" algn="l" defTabSz="345643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5pPr>
      <a:lvl6pPr marL="950519" indent="-86411" algn="l" defTabSz="345643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6pPr>
      <a:lvl7pPr marL="1123340" indent="-86411" algn="l" defTabSz="345643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7pPr>
      <a:lvl8pPr marL="1296162" indent="-86411" algn="l" defTabSz="345643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8pPr>
      <a:lvl9pPr marL="1468984" indent="-86411" algn="l" defTabSz="345643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1pPr>
      <a:lvl2pPr marL="172822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2pPr>
      <a:lvl3pPr marL="345643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3pPr>
      <a:lvl4pPr marL="518465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4pPr>
      <a:lvl5pPr marL="691286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5pPr>
      <a:lvl6pPr marL="864108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6pPr>
      <a:lvl7pPr marL="1036930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7pPr>
      <a:lvl8pPr marL="1209751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8pPr>
      <a:lvl9pPr marL="1382573" algn="l" defTabSz="345643" rtl="0" eaLnBrk="1" latinLnBrk="0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F19CED-E94B-7667-2A7B-36C5D9034245}"/>
              </a:ext>
            </a:extLst>
          </p:cNvPr>
          <p:cNvSpPr txBox="1"/>
          <p:nvPr/>
        </p:nvSpPr>
        <p:spPr>
          <a:xfrm>
            <a:off x="-10894" y="912970"/>
            <a:ext cx="4630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To save images as .</a:t>
            </a:r>
            <a:r>
              <a:rPr lang="en-US" sz="1200" dirty="0" err="1"/>
              <a:t>png</a:t>
            </a:r>
            <a:r>
              <a:rPr lang="en-US" sz="1200" dirty="0"/>
              <a:t>:</a:t>
            </a:r>
          </a:p>
          <a:p>
            <a:pPr algn="ctr"/>
            <a:r>
              <a:rPr lang="en-US" sz="1200" dirty="0"/>
              <a:t>File -&gt; Export -&gt; File format: .</a:t>
            </a:r>
            <a:r>
              <a:rPr lang="en-US" sz="1200" dirty="0" err="1"/>
              <a:t>png</a:t>
            </a:r>
            <a:r>
              <a:rPr lang="en-US" sz="1200" dirty="0"/>
              <a:t> -&gt; Save current slide only -&gt; 1280x720 </a:t>
            </a:r>
          </a:p>
        </p:txBody>
      </p:sp>
    </p:spTree>
    <p:extLst>
      <p:ext uri="{BB962C8B-B14F-4D97-AF65-F5344CB8AC3E}">
        <p14:creationId xmlns:p14="http://schemas.microsoft.com/office/powerpoint/2010/main" val="1249742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A7B856-8CA4-3727-84A3-0D5068320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2981"/>
            <a:ext cx="4608513" cy="242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8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EFDBE0-A7C7-DA6B-6DF1-D11565113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2" y="0"/>
            <a:ext cx="4217749" cy="259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2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673C8-8722-45F5-9F82-B82C760FF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523" y="1532334"/>
            <a:ext cx="1219200" cy="444500"/>
          </a:xfrm>
          <a:prstGeom prst="rect">
            <a:avLst/>
          </a:prstGeom>
        </p:spPr>
      </p:pic>
      <p:pic>
        <p:nvPicPr>
          <p:cNvPr id="1028" name="Picture 4" descr="Publish your documentation with Jupyter Book - Read the Docs">
            <a:extLst>
              <a:ext uri="{FF2B5EF4-FFF2-40B4-BE49-F238E27FC236}">
                <a16:creationId xmlns:a16="http://schemas.microsoft.com/office/drawing/2014/main" id="{50AB6FFD-7A83-CEF2-6C44-A85AE3EE25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7" b="21905"/>
          <a:stretch>
            <a:fillRect/>
          </a:stretch>
        </p:blipFill>
        <p:spPr bwMode="auto">
          <a:xfrm>
            <a:off x="246858" y="1042714"/>
            <a:ext cx="1748625" cy="57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403B5D-D5E2-310D-32C3-5E22491BFD04}"/>
              </a:ext>
            </a:extLst>
          </p:cNvPr>
          <p:cNvSpPr txBox="1"/>
          <p:nvPr/>
        </p:nvSpPr>
        <p:spPr>
          <a:xfrm>
            <a:off x="704229" y="1451036"/>
            <a:ext cx="867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Raleway" pitchFamily="2" charset="77"/>
                <a:ea typeface="Noto Sans Mono" panose="020B0509040504020204" pitchFamily="34" charset="0"/>
                <a:cs typeface="Noto Sans Mono" panose="020B0509040504020204" pitchFamily="34" charset="0"/>
              </a:rPr>
              <a:t>Website</a:t>
            </a:r>
            <a:endParaRPr lang="en-US" dirty="0">
              <a:solidFill>
                <a:schemeClr val="bg1">
                  <a:lumMod val="50000"/>
                </a:schemeClr>
              </a:solidFill>
              <a:latin typeface="Raleway" pitchFamily="2" charset="77"/>
              <a:ea typeface="Noto Sans Mono" panose="020B0509040504020204" pitchFamily="34" charset="0"/>
              <a:cs typeface="Noto Sans Mono" panose="020B0509040504020204" pitchFamily="34" charset="0"/>
            </a:endParaRPr>
          </a:p>
        </p:txBody>
      </p:sp>
      <p:pic>
        <p:nvPicPr>
          <p:cNvPr id="1030" name="Picture 6" descr="An Adventure in GitHub Pages Website Publishing">
            <a:extLst>
              <a:ext uri="{FF2B5EF4-FFF2-40B4-BE49-F238E27FC236}">
                <a16:creationId xmlns:a16="http://schemas.microsoft.com/office/drawing/2014/main" id="{422836A3-EA40-F3B3-C686-39DDD91571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3" t="26822" r="31071" b="28903"/>
          <a:stretch>
            <a:fillRect/>
          </a:stretch>
        </p:blipFill>
        <p:spPr bwMode="auto">
          <a:xfrm>
            <a:off x="2700341" y="436830"/>
            <a:ext cx="1567564" cy="101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270EF4CD-3536-684C-8A63-663308D50D3F}"/>
              </a:ext>
            </a:extLst>
          </p:cNvPr>
          <p:cNvSpPr/>
          <p:nvPr/>
        </p:nvSpPr>
        <p:spPr>
          <a:xfrm>
            <a:off x="2237108" y="943242"/>
            <a:ext cx="220030" cy="70590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42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FF2C9BD-5638-4397-CB3C-41E7B742F28F}"/>
              </a:ext>
            </a:extLst>
          </p:cNvPr>
          <p:cNvGrpSpPr>
            <a:grpSpLocks noChangeAspect="1"/>
          </p:cNvGrpSpPr>
          <p:nvPr/>
        </p:nvGrpSpPr>
        <p:grpSpPr>
          <a:xfrm>
            <a:off x="1517822" y="6936"/>
            <a:ext cx="1609936" cy="2557831"/>
            <a:chOff x="7257069" y="2989126"/>
            <a:chExt cx="2560474" cy="406802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6D12496-9C36-0B7F-D5DA-23E01C07A3CB}"/>
                </a:ext>
              </a:extLst>
            </p:cNvPr>
            <p:cNvSpPr/>
            <p:nvPr/>
          </p:nvSpPr>
          <p:spPr>
            <a:xfrm>
              <a:off x="7663635" y="6724333"/>
              <a:ext cx="2043659" cy="307968"/>
            </a:xfrm>
            <a:prstGeom prst="roundRect">
              <a:avLst>
                <a:gd name="adj" fmla="val 11284"/>
              </a:avLst>
            </a:prstGeom>
            <a:solidFill>
              <a:srgbClr val="E2F0FD">
                <a:alpha val="50957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pPr algn="ctr"/>
              <a:endParaRPr lang="en-US" sz="105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2E0806A-7752-A147-07A1-BB16522FABEF}"/>
                </a:ext>
              </a:extLst>
            </p:cNvPr>
            <p:cNvSpPr/>
            <p:nvPr/>
          </p:nvSpPr>
          <p:spPr>
            <a:xfrm>
              <a:off x="7663636" y="5183974"/>
              <a:ext cx="2039067" cy="1518013"/>
            </a:xfrm>
            <a:prstGeom prst="roundRect">
              <a:avLst>
                <a:gd name="adj" fmla="val 1974"/>
              </a:avLst>
            </a:prstGeom>
            <a:solidFill>
              <a:srgbClr val="0048A3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pPr algn="ctr"/>
              <a:endParaRPr lang="en-US" sz="105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7815119-7960-0413-0D49-528EFABD977F}"/>
                </a:ext>
              </a:extLst>
            </p:cNvPr>
            <p:cNvSpPr/>
            <p:nvPr/>
          </p:nvSpPr>
          <p:spPr>
            <a:xfrm>
              <a:off x="7663636" y="3333082"/>
              <a:ext cx="2030708" cy="1826431"/>
            </a:xfrm>
            <a:prstGeom prst="roundRect">
              <a:avLst>
                <a:gd name="adj" fmla="val 1974"/>
              </a:avLst>
            </a:prstGeom>
            <a:solidFill>
              <a:srgbClr val="8CC9F1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pPr algn="ctr"/>
              <a:endParaRPr lang="en-US" sz="105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FA338A-1D7A-3570-7829-57AACAF3E741}"/>
                </a:ext>
              </a:extLst>
            </p:cNvPr>
            <p:cNvSpPr txBox="1"/>
            <p:nvPr/>
          </p:nvSpPr>
          <p:spPr>
            <a:xfrm>
              <a:off x="7584955" y="2989126"/>
              <a:ext cx="1265038" cy="367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study_name</a:t>
              </a:r>
            </a:p>
          </p:txBody>
        </p: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A0EA1770-2C55-BF2E-57BA-165742FC22A1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rot="16200000" flipH="1">
              <a:off x="7432184" y="3259050"/>
              <a:ext cx="208280" cy="238457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694FBB79-D525-7587-94F2-3ADE71D6BA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7257069" y="3049298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Elbow Connector 10">
              <a:extLst>
                <a:ext uri="{FF2B5EF4-FFF2-40B4-BE49-F238E27FC236}">
                  <a16:creationId xmlns:a16="http://schemas.microsoft.com/office/drawing/2014/main" id="{A1B00B13-7B5C-562F-8BD3-D640E99933F4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 rot="16200000" flipH="1">
              <a:off x="5741903" y="4949331"/>
              <a:ext cx="3588841" cy="238456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E208BF-C224-EC8A-82C5-5E4871A0DD81}"/>
                </a:ext>
              </a:extLst>
            </p:cNvPr>
            <p:cNvSpPr txBox="1"/>
            <p:nvPr/>
          </p:nvSpPr>
          <p:spPr>
            <a:xfrm>
              <a:off x="7979409" y="5151159"/>
              <a:ext cx="691410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code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DB2087-9E11-A401-C3BB-8515266D03DC}"/>
                </a:ext>
              </a:extLst>
            </p:cNvPr>
            <p:cNvSpPr txBox="1"/>
            <p:nvPr/>
          </p:nvSpPr>
          <p:spPr>
            <a:xfrm>
              <a:off x="8442881" y="5383801"/>
              <a:ext cx="540994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src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4F6E10-D710-D294-0A64-6AC4DE0B5676}"/>
                </a:ext>
              </a:extLst>
            </p:cNvPr>
            <p:cNvSpPr txBox="1"/>
            <p:nvPr/>
          </p:nvSpPr>
          <p:spPr>
            <a:xfrm>
              <a:off x="8442881" y="5701988"/>
              <a:ext cx="1137564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notebooks</a:t>
              </a:r>
            </a:p>
          </p:txBody>
        </p:sp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1F99E7F4-76BA-BD64-AB49-398856FF7CFE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rot="10800000">
              <a:off x="7417095" y="3274139"/>
              <a:ext cx="238456" cy="2049968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520C1B94-79FA-510B-279F-66162A626F1A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7853671" y="5429211"/>
              <a:ext cx="317422" cy="133807"/>
            </a:xfrm>
            <a:prstGeom prst="bentConnector3">
              <a:avLst>
                <a:gd name="adj1" fmla="val -41"/>
              </a:avLst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6">
              <a:extLst>
                <a:ext uri="{FF2B5EF4-FFF2-40B4-BE49-F238E27FC236}">
                  <a16:creationId xmlns:a16="http://schemas.microsoft.com/office/drawing/2014/main" id="{80E163CD-6AC1-9F7D-6ED0-7B7ADD1793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5450597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DAACFFBF-4101-C40D-2ADD-E6864F4B8995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rot="16200000" flipH="1">
              <a:off x="7706911" y="5418691"/>
              <a:ext cx="610942" cy="317422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499DD585-C184-8E25-E50E-E02719C298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5770452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7B128F-BD21-E7BA-DFCB-93FDE06C871B}"/>
                </a:ext>
              </a:extLst>
            </p:cNvPr>
            <p:cNvSpPr txBox="1"/>
            <p:nvPr/>
          </p:nvSpPr>
          <p:spPr>
            <a:xfrm>
              <a:off x="7975524" y="3306859"/>
              <a:ext cx="648071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data</a:t>
              </a: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4CA94217-A384-FFE7-98F0-C13A8CA5CD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7693648" y="3369999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605372E-4C87-4A1D-B061-ECC757EC3299}"/>
                </a:ext>
              </a:extLst>
            </p:cNvPr>
            <p:cNvSpPr txBox="1"/>
            <p:nvPr/>
          </p:nvSpPr>
          <p:spPr>
            <a:xfrm>
              <a:off x="8442881" y="3541958"/>
              <a:ext cx="584333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raw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84CBF0-3C24-350A-C4DC-64E95E069A57}"/>
                </a:ext>
              </a:extLst>
            </p:cNvPr>
            <p:cNvSpPr txBox="1"/>
            <p:nvPr/>
          </p:nvSpPr>
          <p:spPr>
            <a:xfrm>
              <a:off x="8442881" y="4179501"/>
              <a:ext cx="1150311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derivatives</a:t>
              </a:r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B40CC04E-E98C-E876-AE2B-32045B0FF1A0}"/>
                </a:ext>
              </a:extLst>
            </p:cNvPr>
            <p:cNvCxnSpPr>
              <a:cxnSpLocks/>
              <a:stCxn id="21" idx="2"/>
              <a:endCxn id="25" idx="1"/>
            </p:cNvCxnSpPr>
            <p:nvPr/>
          </p:nvCxnSpPr>
          <p:spPr>
            <a:xfrm rot="16200000" flipH="1">
              <a:off x="7948400" y="3500113"/>
              <a:ext cx="127966" cy="317419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6">
              <a:extLst>
                <a:ext uri="{FF2B5EF4-FFF2-40B4-BE49-F238E27FC236}">
                  <a16:creationId xmlns:a16="http://schemas.microsoft.com/office/drawing/2014/main" id="{F4A8C0DC-1124-A31D-1FDF-09C83A06FFB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3610385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8223BA3F-CD66-C2A1-7405-CAD03FC3B410}"/>
                </a:ext>
              </a:extLst>
            </p:cNvPr>
            <p:cNvCxnSpPr>
              <a:cxnSpLocks/>
              <a:stCxn id="21" idx="2"/>
              <a:endCxn id="27" idx="1"/>
            </p:cNvCxnSpPr>
            <p:nvPr/>
          </p:nvCxnSpPr>
          <p:spPr>
            <a:xfrm rot="16200000" flipH="1">
              <a:off x="7630233" y="3818280"/>
              <a:ext cx="764300" cy="317419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6">
              <a:extLst>
                <a:ext uri="{FF2B5EF4-FFF2-40B4-BE49-F238E27FC236}">
                  <a16:creationId xmlns:a16="http://schemas.microsoft.com/office/drawing/2014/main" id="{D2BE4DE2-263A-06D7-9A05-9262BD2973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4246719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A870A9-8850-E5CB-18F9-41D35A6DF1D8}"/>
                </a:ext>
              </a:extLst>
            </p:cNvPr>
            <p:cNvSpPr txBox="1"/>
            <p:nvPr/>
          </p:nvSpPr>
          <p:spPr>
            <a:xfrm>
              <a:off x="8442881" y="6017925"/>
              <a:ext cx="1374662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batch_scripts</a:t>
              </a:r>
            </a:p>
          </p:txBody>
        </p: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AD253E84-1FE1-7819-7A6D-236737C558CC}"/>
                </a:ext>
              </a:extLst>
            </p:cNvPr>
            <p:cNvCxnSpPr>
              <a:cxnSpLocks/>
              <a:stCxn id="45" idx="2"/>
              <a:endCxn id="30" idx="1"/>
            </p:cNvCxnSpPr>
            <p:nvPr/>
          </p:nvCxnSpPr>
          <p:spPr>
            <a:xfrm rot="16200000" flipH="1">
              <a:off x="7629283" y="5660917"/>
              <a:ext cx="766201" cy="317420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6">
              <a:extLst>
                <a:ext uri="{FF2B5EF4-FFF2-40B4-BE49-F238E27FC236}">
                  <a16:creationId xmlns:a16="http://schemas.microsoft.com/office/drawing/2014/main" id="{BF95A659-EF21-DEE2-3D70-62C6863B55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6090307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1" name="Elbow Connector 30">
              <a:extLst>
                <a:ext uri="{FF2B5EF4-FFF2-40B4-BE49-F238E27FC236}">
                  <a16:creationId xmlns:a16="http://schemas.microsoft.com/office/drawing/2014/main" id="{9E8F702E-E689-8CE5-EB9A-3737322979C0}"/>
                </a:ext>
              </a:extLst>
            </p:cNvPr>
            <p:cNvCxnSpPr>
              <a:cxnSpLocks/>
              <a:stCxn id="21" idx="2"/>
              <a:endCxn id="33" idx="1"/>
            </p:cNvCxnSpPr>
            <p:nvPr/>
          </p:nvCxnSpPr>
          <p:spPr>
            <a:xfrm rot="16200000" flipH="1">
              <a:off x="7471150" y="3977363"/>
              <a:ext cx="1082467" cy="317419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2DDB85B-A941-9AC2-694C-5D97CB26AF36}"/>
                </a:ext>
              </a:extLst>
            </p:cNvPr>
            <p:cNvSpPr txBox="1"/>
            <p:nvPr/>
          </p:nvSpPr>
          <p:spPr>
            <a:xfrm>
              <a:off x="8442881" y="4498272"/>
              <a:ext cx="839279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results</a:t>
              </a:r>
            </a:p>
          </p:txBody>
        </p:sp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F211E74B-2EE8-897B-90F8-A6AAF8C73D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4564886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24A48E4-5B16-CB9C-ED40-4ADB4C3CBBDB}"/>
                </a:ext>
              </a:extLst>
            </p:cNvPr>
            <p:cNvSpPr txBox="1"/>
            <p:nvPr/>
          </p:nvSpPr>
          <p:spPr>
            <a:xfrm>
              <a:off x="7979411" y="6690032"/>
              <a:ext cx="1191102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publication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061AB8E-8EB2-07CD-6799-228D4C6F381C}"/>
                </a:ext>
              </a:extLst>
            </p:cNvPr>
            <p:cNvSpPr txBox="1"/>
            <p:nvPr/>
          </p:nvSpPr>
          <p:spPr>
            <a:xfrm>
              <a:off x="8442881" y="6337668"/>
              <a:ext cx="1165607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code_docs</a:t>
              </a:r>
            </a:p>
          </p:txBody>
        </p:sp>
        <p:pic>
          <p:nvPicPr>
            <p:cNvPr id="36" name="Picture 6">
              <a:extLst>
                <a:ext uri="{FF2B5EF4-FFF2-40B4-BE49-F238E27FC236}">
                  <a16:creationId xmlns:a16="http://schemas.microsoft.com/office/drawing/2014/main" id="{AB307874-47D2-E5B6-9889-E828A4F91C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7693647" y="6750559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3E90E902-BEF6-3162-F809-5DEE41E65DF7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 rot="16200000" flipH="1">
              <a:off x="7766621" y="6118111"/>
              <a:ext cx="490534" cy="318410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6">
              <a:extLst>
                <a:ext uri="{FF2B5EF4-FFF2-40B4-BE49-F238E27FC236}">
                  <a16:creationId xmlns:a16="http://schemas.microsoft.com/office/drawing/2014/main" id="{D2979532-61EE-98DE-E791-3A4B5C9EC9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6410162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189FDD-5AFD-2D40-0461-550306FEA5F7}"/>
                </a:ext>
              </a:extLst>
            </p:cNvPr>
            <p:cNvSpPr txBox="1"/>
            <p:nvPr/>
          </p:nvSpPr>
          <p:spPr>
            <a:xfrm>
              <a:off x="8442881" y="4817045"/>
              <a:ext cx="1122267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data_docs</a:t>
              </a:r>
            </a:p>
          </p:txBody>
        </p: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2B0F69DE-7FC1-D1D2-3717-707387317AE7}"/>
                </a:ext>
              </a:extLst>
            </p:cNvPr>
            <p:cNvCxnSpPr>
              <a:cxnSpLocks/>
              <a:stCxn id="21" idx="2"/>
              <a:endCxn id="41" idx="1"/>
            </p:cNvCxnSpPr>
            <p:nvPr/>
          </p:nvCxnSpPr>
          <p:spPr>
            <a:xfrm rot="16200000" flipH="1">
              <a:off x="7312066" y="4136447"/>
              <a:ext cx="1400635" cy="317419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" name="Picture 6">
              <a:extLst>
                <a:ext uri="{FF2B5EF4-FFF2-40B4-BE49-F238E27FC236}">
                  <a16:creationId xmlns:a16="http://schemas.microsoft.com/office/drawing/2014/main" id="{95DDB91B-9BCD-B543-E0E1-FAF10A3035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4883054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A48ABFF-C2B6-0DBE-5AE5-2804B8AB4115}"/>
                </a:ext>
              </a:extLst>
            </p:cNvPr>
            <p:cNvSpPr txBox="1"/>
            <p:nvPr/>
          </p:nvSpPr>
          <p:spPr>
            <a:xfrm>
              <a:off x="8442881" y="3860730"/>
              <a:ext cx="683763" cy="36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latin typeface="Aptos" panose="020B0004020202020204" pitchFamily="34" charset="0"/>
                  <a:ea typeface="Inconsolata" pitchFamily="2" charset="77"/>
                </a:rPr>
                <a:t>mids</a:t>
              </a:r>
            </a:p>
          </p:txBody>
        </p:sp>
        <p:pic>
          <p:nvPicPr>
            <p:cNvPr id="43" name="Picture 6">
              <a:extLst>
                <a:ext uri="{FF2B5EF4-FFF2-40B4-BE49-F238E27FC236}">
                  <a16:creationId xmlns:a16="http://schemas.microsoft.com/office/drawing/2014/main" id="{847F1FB7-6619-15BF-2D10-084E4C3AA6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8171093" y="3928552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99D0016E-A48F-1B8A-60D4-D221A75EA83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947050" y="3762153"/>
              <a:ext cx="127966" cy="315653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6">
              <a:extLst>
                <a:ext uri="{FF2B5EF4-FFF2-40B4-BE49-F238E27FC236}">
                  <a16:creationId xmlns:a16="http://schemas.microsoft.com/office/drawing/2014/main" id="{0B6D89D4-51F1-D23E-3B32-E93FA56B0A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83" t="18664" r="6159" b="19894"/>
            <a:stretch/>
          </p:blipFill>
          <p:spPr bwMode="auto">
            <a:xfrm>
              <a:off x="7693647" y="5211686"/>
              <a:ext cx="320051" cy="2248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190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</TotalTime>
  <Words>50</Words>
  <Application>Microsoft Macintosh PowerPoint</Application>
  <PresentationFormat>Custom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Seiler, Christof (DACS)</dc:creator>
  <cp:lastModifiedBy>Christof Johannes Seiler</cp:lastModifiedBy>
  <cp:revision>39</cp:revision>
  <dcterms:created xsi:type="dcterms:W3CDTF">2023-03-17T08:27:12Z</dcterms:created>
  <dcterms:modified xsi:type="dcterms:W3CDTF">2026-02-11T13:47:25Z</dcterms:modified>
</cp:coreProperties>
</file>